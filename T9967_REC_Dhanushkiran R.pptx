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06885" y="788522"/>
            <a:ext cx="37630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305C8C"/>
                </a:solidFill>
              </a:defRPr>
            </a:pPr>
            <a:r>
              <a:rPr sz="2400" b="1" dirty="0" err="1"/>
              <a:t>M.Tech</a:t>
            </a:r>
            <a:r>
              <a:rPr sz="2400" b="1" dirty="0"/>
              <a:t> 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965960"/>
            <a:ext cx="7909560" cy="32461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320040" rIns="411480" rtlCol="0" anchor="ctr"/>
          <a:lstStyle/>
          <a:p>
            <a:pPr algn="ctr">
              <a:spcAft>
                <a:spcPts val="1400"/>
              </a:spcAft>
              <a:defRPr sz="1800">
                <a:solidFill>
                  <a:srgbClr val="232A32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607308" y="1426464"/>
            <a:ext cx="69336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B44"/>
                </a:solidFill>
              </a:defRPr>
            </a:pPr>
            <a:r>
              <a:rPr dirty="0"/>
              <a:t>Projects:</a:t>
            </a:r>
            <a:r>
              <a:rPr lang="en-US" dirty="0"/>
              <a:t> 	</a:t>
            </a:r>
            <a:r>
              <a:rPr dirty="0"/>
              <a:t> </a:t>
            </a:r>
            <a:r>
              <a:rPr dirty="0" err="1"/>
              <a:t>ARedDS</a:t>
            </a:r>
            <a:r>
              <a:rPr dirty="0"/>
              <a:t>  </a:t>
            </a:r>
            <a:r>
              <a:rPr lang="en-US" dirty="0"/>
              <a:t>	</a:t>
            </a:r>
            <a:r>
              <a:rPr dirty="0"/>
              <a:t>•  Intelligent Document Classification &amp; Information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LTM Zeroth Review | M.Tech 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CB96687-6F62-48BF-27A4-D32D59A3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639" y="2276856"/>
            <a:ext cx="7240968" cy="2747428"/>
          </a:xfrm>
        </p:spPr>
        <p:txBody>
          <a:bodyPr>
            <a:normAutofit/>
          </a:bodyPr>
          <a:lstStyle/>
          <a:p>
            <a:pPr algn="l">
              <a:spcAft>
                <a:spcPts val="1400"/>
              </a:spcAft>
              <a:defRPr sz="1800">
                <a:solidFill>
                  <a:srgbClr val="232A32"/>
                </a:solidFill>
              </a:defRPr>
            </a:pPr>
            <a:r>
              <a:rPr lang="en-US" sz="2000" b="1" dirty="0"/>
              <a:t>Name			: </a:t>
            </a:r>
            <a:r>
              <a:rPr lang="en-US" sz="2000" dirty="0"/>
              <a:t>DHANUSHKIRAN R</a:t>
            </a:r>
            <a:br>
              <a:rPr lang="en-US" sz="2000" b="1" dirty="0"/>
            </a:br>
            <a:r>
              <a:rPr lang="en-US" sz="2000" b="1" dirty="0"/>
              <a:t>Roll Number		: </a:t>
            </a:r>
            <a:r>
              <a:rPr lang="en-US" sz="2000" dirty="0"/>
              <a:t>251011006</a:t>
            </a:r>
            <a:br>
              <a:rPr lang="en-US" sz="2000" b="1" dirty="0"/>
            </a:br>
            <a:r>
              <a:rPr lang="en-US" sz="2000" b="1" dirty="0"/>
              <a:t>Institution		: </a:t>
            </a:r>
            <a:r>
              <a:rPr lang="en-US" sz="2000" dirty="0">
                <a:solidFill>
                  <a:srgbClr val="232A32"/>
                </a:solidFill>
              </a:rPr>
              <a:t>Rajalakshmi Engineering College</a:t>
            </a:r>
            <a:br>
              <a:rPr lang="en-US" sz="2000" dirty="0"/>
            </a:br>
            <a:r>
              <a:rPr lang="en-US" sz="2000" b="1" dirty="0"/>
              <a:t>Course			: </a:t>
            </a:r>
            <a:r>
              <a:rPr lang="en-US" sz="2000" dirty="0" err="1">
                <a:solidFill>
                  <a:srgbClr val="232A32"/>
                </a:solidFill>
              </a:rPr>
              <a:t>M.Tech</a:t>
            </a:r>
            <a:r>
              <a:rPr lang="en-US" sz="2000" dirty="0">
                <a:solidFill>
                  <a:srgbClr val="232A32"/>
                </a:solidFill>
              </a:rPr>
              <a:t> Data Science</a:t>
            </a:r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9684" y="263259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4"/>
                </a:solidFill>
              </a:defRPr>
            </a:pPr>
            <a:r>
              <a:rPr dirty="0"/>
              <a:t>Project 1 — </a:t>
            </a:r>
            <a:r>
              <a:rPr dirty="0" err="1"/>
              <a:t>ARedDS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60832" y="771390"/>
            <a:ext cx="77884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Autonomous Real Estate Due Diligence System with RERA Law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7" y="1815084"/>
            <a:ext cx="694944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>
              <a:defRPr sz="1700" b="1">
                <a:solidFill>
                  <a:srgbClr val="182B44"/>
                </a:solidFill>
              </a:defRPr>
            </a:pPr>
            <a:r>
              <a:rPr dirty="0"/>
              <a:t>Problem Statement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Real estate transactions involve multiple lengthy and unstructured documents such as Sale Deeds, Builder-Buyer Agreements, ECs, RERA certificates and loan records.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Manual verification is time-consuming and prone to errors, making it difficult to identify important information, missing clauses, inconsistencies and possible regulatory risks.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</a:t>
            </a:r>
            <a:r>
              <a:rPr dirty="0" err="1"/>
              <a:t>ARedDS</a:t>
            </a:r>
            <a:r>
              <a:rPr dirty="0"/>
              <a:t> provides an AI-assisted screening system that extracts information, analyzes risks and retrieves relevant RERA provisions with references.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8536" y="1216152"/>
            <a:ext cx="82296" cy="2331720"/>
          </a:xfrm>
          <a:prstGeom prst="rect">
            <a:avLst/>
          </a:prstGeom>
          <a:solidFill>
            <a:srgbClr val="30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92439" y="2638388"/>
            <a:ext cx="3749039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>
              <a:defRPr sz="1700" b="1">
                <a:solidFill>
                  <a:srgbClr val="182B44"/>
                </a:solidFill>
              </a:defRPr>
            </a:pPr>
            <a:r>
              <a:rPr dirty="0"/>
              <a:t>Objectives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Upload and process property documents.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Extract buyer, seller, area, amount and dates.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Identify possession, payment, penalty and cancellation clauses.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Assess risks and inconsistencies.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Answer RERA questions with retrieved sources.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1700784"/>
            <a:ext cx="82296" cy="2331720"/>
          </a:xfrm>
          <a:prstGeom prst="rect">
            <a:avLst/>
          </a:prstGeom>
          <a:solidFill>
            <a:srgbClr val="37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LTM Zeroth Review | ARedDS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9065" y="651052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4"/>
                </a:solidFill>
              </a:defRPr>
            </a:pPr>
            <a:r>
              <a:t>Project 1 — Dataset, Technology &amp;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2555"/>
            <a:ext cx="61673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rPr sz="1600" dirty="0"/>
              <a:t>Hybrid AI: local document processing + RERA RAG + optional Gemini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65760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>
              <a:defRPr sz="1700" b="1">
                <a:solidFill>
                  <a:srgbClr val="182B44"/>
                </a:solidFill>
              </a:defRPr>
            </a:pPr>
            <a:r>
              <a:rPr dirty="0"/>
              <a:t>Dataset</a:t>
            </a:r>
            <a:endParaRPr lang="en-US" dirty="0"/>
          </a:p>
          <a:p>
            <a:pPr algn="ctr">
              <a:defRPr sz="1700" b="1">
                <a:solidFill>
                  <a:srgbClr val="182B44"/>
                </a:solidFill>
              </a:defRPr>
            </a:pPr>
            <a:endParaRPr lang="en-IN" dirty="0"/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b="1" dirty="0"/>
              <a:t>• Legal Knowledge Base: </a:t>
            </a:r>
            <a:r>
              <a:rPr dirty="0"/>
              <a:t>RERA Act, Tamil Nadu RERA Rules, FAQs and selected judgments.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b="1" dirty="0"/>
              <a:t>• Property Documents: </a:t>
            </a:r>
            <a:r>
              <a:rPr dirty="0"/>
              <a:t>Sale Deeds, Builder-Buyer Agreements, ECs, RERA certificates, tax receipts and loan agreements.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Synthetic property documents can be used for development and evaluation.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Real legal sources should be retained for the RERA knowledge base and citations.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82296" cy="4526280"/>
          </a:xfrm>
          <a:prstGeom prst="rect">
            <a:avLst/>
          </a:prstGeom>
          <a:solidFill>
            <a:srgbClr val="30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65760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>
              <a:defRPr sz="1700" b="1">
                <a:solidFill>
                  <a:srgbClr val="182B44"/>
                </a:solidFill>
              </a:defRPr>
            </a:pPr>
            <a:r>
              <a:rPr dirty="0"/>
              <a:t>Technical Stack</a:t>
            </a:r>
            <a:endParaRPr lang="en-US" dirty="0"/>
          </a:p>
          <a:p>
            <a:pPr algn="ctr">
              <a:defRPr sz="1700" b="1">
                <a:solidFill>
                  <a:srgbClr val="182B44"/>
                </a:solidFill>
              </a:defRPr>
            </a:pPr>
            <a:endParaRPr lang="en-IN" dirty="0"/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Python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OCR + PDF/DOCX document parsing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NLP / NER for information extraction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FAISS + sentence-transformer embeddings for RAG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Gemini API for natural-language explanation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for web interface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</a:t>
            </a:r>
            <a:r>
              <a:rPr dirty="0" err="1"/>
              <a:t>ReportLab</a:t>
            </a:r>
            <a:r>
              <a:rPr dirty="0"/>
              <a:t> for due-diligence PDF 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234440"/>
            <a:ext cx="82296" cy="4526280"/>
          </a:xfrm>
          <a:prstGeom prst="rect">
            <a:avLst/>
          </a:prstGeom>
          <a:solidFill>
            <a:srgbClr val="BE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75320" y="1234440"/>
            <a:ext cx="329184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>
              <a:defRPr sz="1700" b="1">
                <a:solidFill>
                  <a:srgbClr val="182B44"/>
                </a:solidFill>
              </a:defRPr>
            </a:pPr>
            <a:r>
              <a:rPr dirty="0"/>
              <a:t>Expected Outcome</a:t>
            </a:r>
            <a:endParaRPr lang="en-US" dirty="0"/>
          </a:p>
          <a:p>
            <a:pPr algn="ctr">
              <a:defRPr sz="1700" b="1">
                <a:solidFill>
                  <a:srgbClr val="182B44"/>
                </a:solidFill>
              </a:defRPr>
            </a:pPr>
            <a:endParaRPr lang="en-IN" dirty="0"/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Automated property-document analysis.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Important clause identification.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Missing/inconsistent information detection.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Risk-level and issue summary.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RERA answers supported by retrieved sources.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Downloadable due-diligence report.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rPr dirty="0"/>
              <a:t>• AI-assisted screening — not a replacement for legal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234440"/>
            <a:ext cx="82296" cy="4526280"/>
          </a:xfrm>
          <a:prstGeom prst="rect">
            <a:avLst/>
          </a:prstGeom>
          <a:solidFill>
            <a:srgbClr val="37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LTM Zeroth Review | ARedDS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88897" y="651052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rPr lang="en-US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4"/>
                </a:solidFill>
              </a:defRPr>
            </a:pPr>
            <a:r>
              <a:t>Project 2 — Intelligent Document Classification &amp; Information Extraction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2668" y="2112608"/>
            <a:ext cx="694944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>
              <a:defRPr sz="1700" b="1">
                <a:solidFill>
                  <a:srgbClr val="182B44"/>
                </a:solidFill>
              </a:defRPr>
            </a:pPr>
            <a:r>
              <a:rPr dirty="0"/>
              <a:t>Problem Statement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Organizations handle large volumes of invoices, purchase orders, reports, forms, applications and technical documents.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Manually identifying document types and extracting important information is time-consuming and prone to human error.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The proposed system automatically classifies uploaded documents and extracts relevant entities such as names, dates, document numbers, amounts and organizations.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1218" y="1568196"/>
            <a:ext cx="82296" cy="2331720"/>
          </a:xfrm>
          <a:prstGeom prst="rect">
            <a:avLst/>
          </a:prstGeom>
          <a:solidFill>
            <a:srgbClr val="30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996428" y="2468708"/>
            <a:ext cx="3749039" cy="2862416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>
              <a:defRPr sz="1700" b="1">
                <a:solidFill>
                  <a:srgbClr val="182B44"/>
                </a:solidFill>
              </a:defRPr>
            </a:pPr>
            <a:r>
              <a:rPr dirty="0"/>
              <a:t>Objectives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Upload PDF/image documents.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Perform OCR on scanned documents.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Classify documents into predefined categories.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Extract key-value information and named entities.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Provide confidence scores and searchable results.</a:t>
            </a:r>
          </a:p>
          <a:p>
            <a:pPr>
              <a:spcAft>
                <a:spcPts val="500"/>
              </a:spcAft>
              <a:defRPr sz="1400">
                <a:solidFill>
                  <a:srgbClr val="232A32"/>
                </a:solidFill>
              </a:defRPr>
            </a:pPr>
            <a:r>
              <a:rPr dirty="0"/>
              <a:t>• Expose results through a web dashboard/API.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1961560"/>
            <a:ext cx="82296" cy="2331720"/>
          </a:xfrm>
          <a:prstGeom prst="rect">
            <a:avLst/>
          </a:prstGeom>
          <a:solidFill>
            <a:srgbClr val="37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LTM Zeroth Review | Intelligent Document Classification &amp; Information Extraction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9065" y="651052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4"/>
                </a:solidFill>
              </a:defRPr>
            </a:pPr>
            <a:r>
              <a:t>Project 2 — Dataset, Technology &amp;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65760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>
              <a:defRPr sz="1700" b="1">
                <a:solidFill>
                  <a:srgbClr val="182B44"/>
                </a:solidFill>
              </a:defRPr>
            </a:pPr>
            <a:r>
              <a:t>Dataset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Invoices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Purchase orders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Business reports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Applications/forms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Technical documents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Synthetic documents can be generated for controlled training/testing.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Each document should have a category label and extracted-field ground truth.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82296" cy="4526280"/>
          </a:xfrm>
          <a:prstGeom prst="rect">
            <a:avLst/>
          </a:prstGeom>
          <a:solidFill>
            <a:srgbClr val="30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65760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>
              <a:defRPr sz="1700" b="1">
                <a:solidFill>
                  <a:srgbClr val="182B44"/>
                </a:solidFill>
              </a:defRPr>
            </a:pPr>
            <a:r>
              <a:t>Technical Stack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Python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OCR for scanned PDFs/images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Text preprocessing with NLP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TF-IDF + Logistic Regression / SVM for classification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spaCy / NER for entity extraction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Streamlit web dashboard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FastAPI REST API for deployment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Optional small transformer model if CPU performance permits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234440"/>
            <a:ext cx="82296" cy="4526280"/>
          </a:xfrm>
          <a:prstGeom prst="rect">
            <a:avLst/>
          </a:prstGeom>
          <a:solidFill>
            <a:srgbClr val="BE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75320" y="1234440"/>
            <a:ext cx="329184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>
              <a:defRPr sz="1700" b="1">
                <a:solidFill>
                  <a:srgbClr val="182B44"/>
                </a:solidFill>
              </a:defRPr>
            </a:pPr>
            <a:r>
              <a:t>Expected Outcome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Automatic document-type classification.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Extraction of names, dates, amounts, IDs and organizations.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Confidence score for predictions.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Search and filter across processed documents.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Reduced manual document-processing effort.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Deployable web dashboard and REST API.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</a:defRPr>
            </a:pPr>
            <a:r>
              <a:t>• Demonstrates NLP + ML + OCR + deployment skills.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234440"/>
            <a:ext cx="82296" cy="4526280"/>
          </a:xfrm>
          <a:prstGeom prst="rect">
            <a:avLst/>
          </a:prstGeom>
          <a:solidFill>
            <a:srgbClr val="37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LTM Zeroth Review | Intelligent Document Classification &amp; Information Extraction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9065" y="651052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695</Words>
  <Application>Microsoft Office PowerPoint</Application>
  <PresentationFormat>Widescreen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Name   : DHANUSHKIRAN R Roll Number  : 251011006 Institution  : Rajalakshmi Engineering College Course   : M.Tech Data Science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DHANUSH KIRAN . R</cp:lastModifiedBy>
  <cp:revision>10</cp:revision>
  <dcterms:created xsi:type="dcterms:W3CDTF">2013-01-27T09:14:16Z</dcterms:created>
  <dcterms:modified xsi:type="dcterms:W3CDTF">2026-08-27T13:25:04Z</dcterms:modified>
  <cp:category/>
</cp:coreProperties>
</file>